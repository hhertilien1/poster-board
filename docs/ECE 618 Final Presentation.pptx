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097FC0-D58E-453B-98B9-A86D71B88D53}">
  <a:tblStyle styleId="{73097FC0-D58E-453B-98B9-A86D71B88D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82b190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982b190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982b1906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982b1906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982b1906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982b1906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982b1906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982b1906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986197761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986197761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986197761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986197761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9b2ef5a6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9b2ef5a6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9b2ef5a6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9b2ef5a6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982b1906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982b1906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986197761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986197761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986197761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986197761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986197761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986197761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986197761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986197761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986197761_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986197761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986197761_3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986197761_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Poster Board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ECE 618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52400" y="8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Master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1305275" y="65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{73097FC0-D58E-453B-98B9-A86D71B88D53}</a:tableStyleId>
              </a:tblPr>
              <a:tblGrid>
                <a:gridCol w="3107425"/>
                <a:gridCol w="3107425"/>
              </a:tblGrid>
              <a:tr h="156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Planning &amp; Organization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Helped define project direction as a team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Created the project planning document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Contributed to architecture and tech stack discussions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Team Coordination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Created a task spreadsheet to organize responsibilities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Helped ensure each member had clear ownership of tasks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Set up and maintained group communication (group chat)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56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Project Setup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Created the GitHub repository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Defined initial folder structure for team collaboration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Progress Tracking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Checked in with team members regularly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Tracked what was completed and what remained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Helped keep the team aligned on project status and deadlines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50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Overall Contribution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Focused on keeping the project organized and moving forward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Supported team collaboration while engineers handled implementation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 - Requirements and Tools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Mobile-first responsiveness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Modular </a:t>
            </a:r>
            <a:r>
              <a:rPr lang="en"/>
              <a:t>hierarchy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Post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Seemless “scrolling” when on the feed page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for </a:t>
            </a:r>
            <a:r>
              <a:rPr lang="en"/>
              <a:t>display</a:t>
            </a:r>
            <a:r>
              <a:rPr lang="en"/>
              <a:t> and upload of multiple file types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NPM packages should be </a:t>
            </a:r>
            <a:r>
              <a:rPr lang="en"/>
              <a:t>included</a:t>
            </a:r>
            <a:r>
              <a:rPr lang="en"/>
              <a:t> for easy deployment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Tools and Tech Stack: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Next.js + typescript for web app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Tailwind CSS for styling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OpenAI Codex used to generate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Playwright + ChatGPT used for automated testing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 - Development Process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faced in development process: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Creating the frontend to be fit to the backend and also be </a:t>
            </a:r>
            <a:r>
              <a:rPr lang="en"/>
              <a:t>flexible</a:t>
            </a:r>
            <a:r>
              <a:rPr lang="en"/>
              <a:t> for future implementation of new features and backend changes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File upload and user creation processes and pages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Ensuring simplicity in AI generated frontend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Agentic Coding Workflow:</a:t>
            </a:r>
            <a:endParaRPr/>
          </a:p>
        </p:txBody>
      </p:sp>
      <p:pic>
        <p:nvPicPr>
          <p:cNvPr id="75" name="Google Shape;75;p16" title="mermaid-diagram-2026-04-26-2144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63" y="3180775"/>
            <a:ext cx="8963077" cy="172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Backend: Requirements and Tools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53725" y="1017725"/>
            <a:ext cx="3588000" cy="3688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Requirements : 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PostgreSQL database that integrates with Frontend to store user posts and data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API endpoints that work with frontend for data tracking and manipulation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Cross origin support for frontend and backend integration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4714875" y="1017725"/>
            <a:ext cx="3588000" cy="3688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Infrastr</a:t>
            </a:r>
            <a:r>
              <a:rPr lang="en">
                <a:solidFill>
                  <a:schemeClr val="dk1"/>
                </a:solidFill>
              </a:rPr>
              <a:t>ucture/Tech Stack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Flask web framework with SQL Alchemy ORM, PostgresSQL database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Implementation flask app factory pattern </a:t>
            </a:r>
            <a:r>
              <a:rPr lang="en">
                <a:solidFill>
                  <a:schemeClr val="dk1"/>
                </a:solidFill>
              </a:rPr>
              <a:t>separating</a:t>
            </a:r>
            <a:r>
              <a:rPr lang="en">
                <a:solidFill>
                  <a:schemeClr val="dk1"/>
                </a:solidFill>
              </a:rPr>
              <a:t> models, routes, and services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Database migrations/Updates: Implemented Alembic for schema verison control and database evolution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Copilot for code generation and review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Backend: Database Models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278075" y="967600"/>
            <a:ext cx="35880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User Model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ID (primary key)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Username (unique constraint)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Created timestamp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Relationship to posts with cascade delete</a:t>
            </a:r>
            <a:endParaRPr sz="1000">
              <a:solidFill>
                <a:schemeClr val="dk1"/>
              </a:solidFill>
              <a:highlight>
                <a:srgbClr val="191A1B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4481400" y="967600"/>
            <a:ext cx="35880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Post Model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ID (primary key)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Title and content fields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Image URL storage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User foreign key relationship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View count tracking (for analytics)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Created/uploaded timestamps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Backend: Development Proccess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278075" y="967600"/>
            <a:ext cx="3588000" cy="3680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Issues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Database usage that doesn’t require the user to download Postgres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Figuring out .env support for database URL usage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5019275" y="1017725"/>
            <a:ext cx="3588000" cy="3680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78">
                <a:solidFill>
                  <a:schemeClr val="dk1"/>
                </a:solidFill>
              </a:rPr>
              <a:t>APIs:</a:t>
            </a:r>
            <a:endParaRPr sz="527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278">
                <a:solidFill>
                  <a:schemeClr val="dk1"/>
                </a:solidFill>
              </a:rPr>
              <a:t>User Management: </a:t>
            </a:r>
            <a:endParaRPr sz="5278">
              <a:solidFill>
                <a:schemeClr val="dk1"/>
              </a:solidFill>
            </a:endParaRPr>
          </a:p>
          <a:p>
            <a:pPr indent="-31239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78">
                <a:solidFill>
                  <a:schemeClr val="dk1"/>
                </a:solidFill>
              </a:rPr>
              <a:t>POST /users - Create new user</a:t>
            </a:r>
            <a:endParaRPr sz="5278">
              <a:solidFill>
                <a:schemeClr val="dk1"/>
              </a:solidFill>
            </a:endParaRPr>
          </a:p>
          <a:p>
            <a:pPr indent="-31239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78">
                <a:solidFill>
                  <a:schemeClr val="dk1"/>
                </a:solidFill>
              </a:rPr>
              <a:t>GET /users - List all users</a:t>
            </a:r>
            <a:endParaRPr sz="5278">
              <a:solidFill>
                <a:schemeClr val="dk1"/>
              </a:solidFill>
            </a:endParaRPr>
          </a:p>
          <a:p>
            <a:pPr indent="-31239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78">
                <a:solidFill>
                  <a:schemeClr val="dk1"/>
                </a:solidFill>
              </a:rPr>
              <a:t>GET /users?query=text - Search users by username</a:t>
            </a:r>
            <a:endParaRPr sz="5278">
              <a:solidFill>
                <a:schemeClr val="dk1"/>
              </a:solidFill>
            </a:endParaRPr>
          </a:p>
          <a:p>
            <a:pPr indent="-31239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78">
                <a:solidFill>
                  <a:schemeClr val="dk1"/>
                </a:solidFill>
              </a:rPr>
              <a:t>GET /users/&lt;id&gt; - Get specific user with their posts</a:t>
            </a:r>
            <a:endParaRPr sz="527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278">
                <a:solidFill>
                  <a:schemeClr val="dk1"/>
                </a:solidFill>
              </a:rPr>
              <a:t>Post Management:</a:t>
            </a:r>
            <a:endParaRPr sz="5278">
              <a:solidFill>
                <a:schemeClr val="dk1"/>
              </a:solidFill>
            </a:endParaRPr>
          </a:p>
          <a:p>
            <a:pPr indent="-31239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78">
                <a:solidFill>
                  <a:schemeClr val="dk1"/>
                </a:solidFill>
              </a:rPr>
              <a:t>POST /posts - Create new post with image</a:t>
            </a:r>
            <a:endParaRPr sz="5278">
              <a:solidFill>
                <a:schemeClr val="dk1"/>
              </a:solidFill>
            </a:endParaRPr>
          </a:p>
          <a:p>
            <a:pPr indent="-31239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78">
                <a:solidFill>
                  <a:schemeClr val="dk1"/>
                </a:solidFill>
              </a:rPr>
              <a:t>GET /posts - Retrieve all posts </a:t>
            </a:r>
            <a:endParaRPr sz="5278">
              <a:solidFill>
                <a:schemeClr val="dk1"/>
              </a:solidFill>
            </a:endParaRPr>
          </a:p>
          <a:p>
            <a:pPr indent="-31239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78">
                <a:solidFill>
                  <a:schemeClr val="dk1"/>
                </a:solidFill>
              </a:rPr>
              <a:t>GET /posts/&lt;id&gt; - Fetch single post</a:t>
            </a:r>
            <a:endParaRPr sz="5278">
              <a:solidFill>
                <a:schemeClr val="dk1"/>
              </a:solidFill>
            </a:endParaRPr>
          </a:p>
          <a:p>
            <a:pPr indent="-31239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78">
                <a:solidFill>
                  <a:schemeClr val="dk1"/>
                </a:solidFill>
              </a:rPr>
              <a:t>DELETE /posts/&lt;id&gt; - Remove post</a:t>
            </a:r>
            <a:endParaRPr sz="4478">
              <a:solidFill>
                <a:schemeClr val="dk1"/>
              </a:solidFill>
              <a:highlight>
                <a:srgbClr val="191A1B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418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Role: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Backend Mock data creating for testing fake routes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Local testing support for use cases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4728825" y="1266100"/>
            <a:ext cx="418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Deliverables: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 memory mock dataset for user &amp; posts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Tested Deployment locally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reduced dependency on database setup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accelerated development and QA</a:t>
            </a:r>
            <a:endParaRPr sz="1000">
              <a:solidFill>
                <a:schemeClr val="dk1"/>
              </a:solidFill>
              <a:highlight>
                <a:srgbClr val="18181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418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Role: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Role: Documentation author + code reviewer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Clarified architecture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Reviewed code structure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Ensured documentation matched implementation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4728825" y="1266100"/>
            <a:ext cx="418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Deliverables: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Report e</a:t>
            </a:r>
            <a:r>
              <a:rPr lang="en">
                <a:solidFill>
                  <a:schemeClr val="dk1"/>
                </a:solidFill>
              </a:rPr>
              <a:t>nsuring documentation matched implementation and team responsibilites</a:t>
            </a:r>
            <a:endParaRPr sz="1000">
              <a:solidFill>
                <a:schemeClr val="dk1"/>
              </a:solidFill>
              <a:highlight>
                <a:srgbClr val="18181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223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05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05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05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99521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